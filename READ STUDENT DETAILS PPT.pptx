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66" r:id="rId4"/>
    <p:sldId id="257" r:id="rId5"/>
    <p:sldId id="267" r:id="rId6"/>
    <p:sldId id="268" r:id="rId7"/>
    <p:sldId id="269" r:id="rId8"/>
    <p:sldId id="271" r:id="rId9"/>
    <p:sldId id="272" r:id="rId10"/>
    <p:sldId id="274" r:id="rId11"/>
    <p:sldId id="275" r:id="rId12"/>
    <p:sldId id="276" r:id="rId13"/>
    <p:sldId id="277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F2E3-8ABA-4016-BA31-91D14E43EB71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000-0363-451D-B33E-BA1DF095B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30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F2E3-8ABA-4016-BA31-91D14E43EB71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000-0363-451D-B33E-BA1DF095B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54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F2E3-8ABA-4016-BA31-91D14E43EB71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000-0363-451D-B33E-BA1DF095B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73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F2E3-8ABA-4016-BA31-91D14E43EB71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000-0363-451D-B33E-BA1DF095B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04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F2E3-8ABA-4016-BA31-91D14E43EB71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000-0363-451D-B33E-BA1DF095B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50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F2E3-8ABA-4016-BA31-91D14E43EB71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000-0363-451D-B33E-BA1DF095B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48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F2E3-8ABA-4016-BA31-91D14E43EB71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000-0363-451D-B33E-BA1DF095B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3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F2E3-8ABA-4016-BA31-91D14E43EB71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000-0363-451D-B33E-BA1DF095B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50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F2E3-8ABA-4016-BA31-91D14E43EB71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000-0363-451D-B33E-BA1DF095B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80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F2E3-8ABA-4016-BA31-91D14E43EB71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000-0363-451D-B33E-BA1DF095B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6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F2E3-8ABA-4016-BA31-91D14E43EB71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000-0363-451D-B33E-BA1DF095B1C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5738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F2E3-8ABA-4016-BA31-91D14E43EB71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000-0363-451D-B33E-BA1DF095B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37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F2E3-8ABA-4016-BA31-91D14E43EB71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000-0363-451D-B33E-BA1DF095B1C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20560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F2E3-8ABA-4016-BA31-91D14E43EB71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000-0363-451D-B33E-BA1DF095B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94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F2E3-8ABA-4016-BA31-91D14E43EB71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000-0363-451D-B33E-BA1DF095B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799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F2E3-8ABA-4016-BA31-91D14E43EB71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000-0363-451D-B33E-BA1DF095B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27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5F2E3-8ABA-4016-BA31-91D14E43EB71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7FA7000-0363-451D-B33E-BA1DF095B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18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domainpictures.net/view-image.php?image=80234&amp;picture=thank-you-text&amp;large=1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3D0EF-7426-B5D3-22E4-85D6E435F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           </a:t>
            </a:r>
            <a:r>
              <a:rPr lang="en-US" sz="4400" dirty="0">
                <a:latin typeface="Algerian" panose="04020705040A02060702" pitchFamily="82" charset="0"/>
              </a:rPr>
              <a:t>READ STUDENT DETAILS </a:t>
            </a:r>
            <a:br>
              <a:rPr lang="en-US" sz="4400" dirty="0">
                <a:latin typeface="Algerian" panose="04020705040A02060702" pitchFamily="82" charset="0"/>
              </a:rPr>
            </a:br>
            <a:r>
              <a:rPr lang="en-US" sz="4400" dirty="0">
                <a:latin typeface="Algerian" panose="04020705040A02060702" pitchFamily="82" charset="0"/>
              </a:rPr>
              <a:t>           CALCULATE RESULTS </a:t>
            </a:r>
            <a:br>
              <a:rPr lang="en-US" sz="4400" dirty="0">
                <a:latin typeface="Algerian" panose="04020705040A02060702" pitchFamily="82" charset="0"/>
              </a:rPr>
            </a:br>
            <a:r>
              <a:rPr lang="en-US" sz="4400" dirty="0">
                <a:latin typeface="Algerian" panose="04020705040A02060702" pitchFamily="82" charset="0"/>
              </a:rPr>
              <a:t>       AND DISPLAY MARKSHEET</a:t>
            </a:r>
            <a:br>
              <a:rPr lang="en-US" sz="4400" dirty="0">
                <a:latin typeface="Algerian" panose="04020705040A02060702" pitchFamily="82" charset="0"/>
              </a:rPr>
            </a:br>
            <a:r>
              <a:rPr lang="en-US" sz="4400" dirty="0">
                <a:latin typeface="Algerian" panose="04020705040A02060702" pitchFamily="82" charset="0"/>
              </a:rPr>
              <a:t>           </a:t>
            </a:r>
            <a:r>
              <a:rPr lang="en-US" sz="4400" dirty="0">
                <a:latin typeface="Aptos Narrow" panose="020B0004020202020204" pitchFamily="34" charset="0"/>
              </a:rPr>
              <a:t>CONCEPTS TO BE USED:</a:t>
            </a:r>
            <a:br>
              <a:rPr lang="en-US" sz="4400" dirty="0">
                <a:latin typeface="Aptos Narrow" panose="020B0004020202020204" pitchFamily="34" charset="0"/>
              </a:rPr>
            </a:br>
            <a:r>
              <a:rPr lang="en-US" sz="4400" dirty="0">
                <a:latin typeface="Aptos Narrow" panose="020B0004020202020204" pitchFamily="34" charset="0"/>
              </a:rPr>
              <a:t>Arrays ,Loops ,Functions ,Strings ,File I/O                           </a:t>
            </a:r>
            <a:br>
              <a:rPr lang="en-US" sz="4400" dirty="0">
                <a:latin typeface="Aptos Narrow" panose="020B0004020202020204" pitchFamily="34" charset="0"/>
              </a:rPr>
            </a:br>
            <a:r>
              <a:rPr lang="en-US" sz="4400" dirty="0">
                <a:latin typeface="Aptos Narrow" panose="020B0004020202020204" pitchFamily="34" charset="0"/>
              </a:rPr>
              <a:t>                                         </a:t>
            </a:r>
            <a:r>
              <a:rPr lang="en-US" sz="4400" dirty="0">
                <a:latin typeface="Algerian" panose="04020705040A02060702" pitchFamily="82" charset="0"/>
              </a:rPr>
              <a:t>PROJECT DONE BY:</a:t>
            </a:r>
            <a:br>
              <a:rPr lang="en-US" sz="4400" dirty="0">
                <a:latin typeface="Algerian" panose="04020705040A02060702" pitchFamily="82" charset="0"/>
              </a:rPr>
            </a:br>
            <a:r>
              <a:rPr lang="en-US" sz="4400" dirty="0">
                <a:latin typeface="Algerian" panose="04020705040A02060702" pitchFamily="82" charset="0"/>
              </a:rPr>
              <a:t>                                 </a:t>
            </a:r>
            <a:r>
              <a:rPr lang="en-US" sz="2400" dirty="0">
                <a:latin typeface="Arial Rounded MT Bold" panose="020F0704030504030204" pitchFamily="34" charset="0"/>
              </a:rPr>
              <a:t>K. Devi Gangotri</a:t>
            </a:r>
            <a:br>
              <a:rPr lang="en-US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                                                            S. Akshara Samhitha</a:t>
            </a:r>
            <a:br>
              <a:rPr lang="en-US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                                                            A. Anitha Grace</a:t>
            </a:r>
            <a:br>
              <a:rPr lang="en-US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                                                            T. Enosh</a:t>
            </a:r>
            <a:endParaRPr lang="en-US" sz="44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46645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43A91-B443-113D-02B4-D872FEB2D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Contents: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34729-F311-F203-958D-D5F63066C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1"/>
            <a:ext cx="8596668" cy="4771362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Reading student details ( name , roll no , </a:t>
            </a:r>
            <a:r>
              <a:rPr lang="en-US" sz="3600" dirty="0" err="1">
                <a:solidFill>
                  <a:schemeClr val="accent1"/>
                </a:solidFill>
                <a:latin typeface="Aptos Narrow" panose="020B0004020202020204" pitchFamily="34" charset="0"/>
              </a:rPr>
              <a:t>etc</a:t>
            </a: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 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Using arrays to store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Applying loops for input and processing.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Functions for modular operations ( input , calculation , display).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Handling strings for student names.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Calculating total marks and percentage.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Displaying formatted marksheet.</a:t>
            </a:r>
          </a:p>
        </p:txBody>
      </p:sp>
    </p:spTree>
    <p:extLst>
      <p:ext uri="{BB962C8B-B14F-4D97-AF65-F5344CB8AC3E}">
        <p14:creationId xmlns:p14="http://schemas.microsoft.com/office/powerpoint/2010/main" val="230251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3240B-6C70-F4A5-4590-2BA7A65A7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16466"/>
            <a:ext cx="8596668" cy="13208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Abstract: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A14EA-5F72-0D50-3D1D-C4AF4F550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333" y="1210733"/>
            <a:ext cx="8723669" cy="483062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This project automates student result processing by reading details, calculating total marks and percentages, and displaying marksheets. It uses C programming concepts like loops, functions, arrays, and strings to create an efficient and modular system.</a:t>
            </a:r>
          </a:p>
        </p:txBody>
      </p:sp>
    </p:spTree>
    <p:extLst>
      <p:ext uri="{BB962C8B-B14F-4D97-AF65-F5344CB8AC3E}">
        <p14:creationId xmlns:p14="http://schemas.microsoft.com/office/powerpoint/2010/main" val="2467165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276C3-830D-B990-6355-78F2E2972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592667"/>
            <a:ext cx="8207202" cy="15240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INTRODUCTION:</a:t>
            </a:r>
            <a:br>
              <a:rPr lang="en-US" sz="4000" dirty="0">
                <a:latin typeface="Algerian" panose="04020705040A02060702" pitchFamily="82" charset="0"/>
              </a:rPr>
            </a:br>
            <a:r>
              <a:rPr lang="en-US" sz="4000" dirty="0">
                <a:latin typeface="Algerian" panose="04020705040A02060702" pitchFamily="82" charset="0"/>
              </a:rPr>
              <a:t>T</a:t>
            </a:r>
            <a:r>
              <a:rPr lang="en-US" dirty="0">
                <a:latin typeface="Aptos Narrow" panose="020B0004020202020204" pitchFamily="34" charset="0"/>
              </a:rPr>
              <a:t>his project focuses on developing a C program</a:t>
            </a:r>
            <a:br>
              <a:rPr lang="en-US" dirty="0">
                <a:latin typeface="Aptos Narrow" panose="020B0004020202020204" pitchFamily="34" charset="0"/>
              </a:rPr>
            </a:br>
            <a:r>
              <a:rPr lang="en-US" dirty="0">
                <a:latin typeface="Aptos Narrow" panose="020B0004020202020204" pitchFamily="34" charset="0"/>
              </a:rPr>
              <a:t>that uses essential programming concepts such </a:t>
            </a:r>
            <a:br>
              <a:rPr lang="en-US" dirty="0">
                <a:latin typeface="Aptos Narrow" panose="020B0004020202020204" pitchFamily="34" charset="0"/>
              </a:rPr>
            </a:br>
            <a:r>
              <a:rPr lang="en-US" dirty="0">
                <a:latin typeface="Aptos Narrow" panose="020B0004020202020204" pitchFamily="34" charset="0"/>
              </a:rPr>
              <a:t>as strings, loops, functions, arrays and file I/O.</a:t>
            </a:r>
            <a:br>
              <a:rPr lang="en-US" dirty="0">
                <a:latin typeface="Aptos Narrow" panose="020B0004020202020204" pitchFamily="34" charset="0"/>
              </a:rPr>
            </a:br>
            <a:r>
              <a:rPr lang="en-US" dirty="0">
                <a:latin typeface="Aptos Narrow" panose="020B0004020202020204" pitchFamily="34" charset="0"/>
              </a:rPr>
              <a:t>Managing student exam data manually is inefficient and error-prone. This project streamlines the process by using C programming to input, process, and output student results systematically.</a:t>
            </a:r>
            <a:endParaRPr lang="en-US" sz="4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57841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49D30-A643-A9A5-BCD0-14327DC70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Applications: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EDEEA-8C6C-61E6-2891-A6FB60938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270000"/>
            <a:ext cx="8664403" cy="46566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Automated academic result processing in schools and colleges.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Streamlines student performance records.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Easy generation of marksheets.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Useful for academic management systems</a:t>
            </a:r>
            <a:r>
              <a:rPr lang="en-US" sz="3600" dirty="0">
                <a:latin typeface="Aptos Narrow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4190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0618A-B1B5-A69E-4686-AA1D0BC4B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28134"/>
            <a:ext cx="8596668" cy="13208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Existing methodology: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85C96-A323-BE60-703B-DA315A711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34" y="1371600"/>
            <a:ext cx="8596668" cy="44395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Manual computations or simple programs with limited modularity, often using spreadsheets or repetitive code without good data structures.</a:t>
            </a:r>
          </a:p>
        </p:txBody>
      </p:sp>
    </p:spTree>
    <p:extLst>
      <p:ext uri="{BB962C8B-B14F-4D97-AF65-F5344CB8AC3E}">
        <p14:creationId xmlns:p14="http://schemas.microsoft.com/office/powerpoint/2010/main" val="4080276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37602-3597-7531-90F0-EC57337F8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Drawbacks of existing methodology: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537D5-1073-D70E-EF05-BA2A8D403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88055"/>
            <a:ext cx="8596668" cy="446034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Prone to errors in large data sets.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Poor code maintainability and scalability.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Inefficient handling of textual data like student names.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Time-consuming manual entry and calculations.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6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018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B692-B269-2712-6DAF-22ECE82C9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Proposed methodology: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AE834-0C09-223D-3945-8FD873F55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267" y="1278467"/>
            <a:ext cx="8729133" cy="5427134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Use arrays to store student details and marks.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Employ loops for efficient data input  and processing.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Use functions to organize and modularize code.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Handle strings to manage student names properly.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Automate total and percentage calculation and result display.</a:t>
            </a:r>
          </a:p>
        </p:txBody>
      </p:sp>
    </p:spTree>
    <p:extLst>
      <p:ext uri="{BB962C8B-B14F-4D97-AF65-F5344CB8AC3E}">
        <p14:creationId xmlns:p14="http://schemas.microsoft.com/office/powerpoint/2010/main" val="479893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7CBD6-92E5-3680-8F82-C9B61ABF5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Advantages of proposed methodology: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E94AF-B545-60B5-34D4-18B8C157E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Faster and more accurate processing.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Modular code improves readability and maintenance.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Efficient data handling with arrays and strings.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Scalable for any number of students.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Clear, formatted marksheet output.</a:t>
            </a:r>
            <a:endParaRPr lang="en-US" sz="36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91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DBA30-ECA7-05FE-8ED2-303AC5FCD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Architecture of proposed methodology: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E395-A8B2-BCE3-9B68-7B1A01F79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4933"/>
            <a:ext cx="8596668" cy="424642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Input module: collects student details and marks using loops and arrays.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Processing module: calculates totals and percentages via functions.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Output module: Display marksheets using formatted strings and iterative loops.</a:t>
            </a:r>
          </a:p>
        </p:txBody>
      </p:sp>
    </p:spTree>
    <p:extLst>
      <p:ext uri="{BB962C8B-B14F-4D97-AF65-F5344CB8AC3E}">
        <p14:creationId xmlns:p14="http://schemas.microsoft.com/office/powerpoint/2010/main" val="6087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BCBB-8EDD-9066-7BBA-9E43A7693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99534"/>
            <a:ext cx="8698268" cy="132926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Results screenshots: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815F6-BC92-1162-C3EC-57EC93829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67" y="1270000"/>
            <a:ext cx="8698268" cy="429723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Include screenshots of your program’s console output showing: input prompts, student details entered, calculations performed, and the final marksheet display.</a:t>
            </a:r>
          </a:p>
        </p:txBody>
      </p:sp>
    </p:spTree>
    <p:extLst>
      <p:ext uri="{BB962C8B-B14F-4D97-AF65-F5344CB8AC3E}">
        <p14:creationId xmlns:p14="http://schemas.microsoft.com/office/powerpoint/2010/main" val="1077422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22A7-E161-296B-90DA-0020EECD2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67267"/>
            <a:ext cx="8596668" cy="13208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F7C97-7B0A-6027-508F-6E77F7920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1380067"/>
            <a:ext cx="8689802" cy="46612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1"/>
                </a:solidFill>
                <a:latin typeface="Aptos Narrow" panose="020B0004020202020204" pitchFamily="34" charset="0"/>
              </a:rPr>
              <a:t>The project demonstrates effective use of programming concepts to automate student result processing, enhancing accuracy, efficiency, and ease of use compared to manual methods. </a:t>
            </a:r>
          </a:p>
        </p:txBody>
      </p:sp>
    </p:spTree>
    <p:extLst>
      <p:ext uri="{BB962C8B-B14F-4D97-AF65-F5344CB8AC3E}">
        <p14:creationId xmlns:p14="http://schemas.microsoft.com/office/powerpoint/2010/main" val="1079583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34B47-F3FE-C389-5882-ECD36EBDE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09599"/>
            <a:ext cx="7493000" cy="357293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Any queries:</a:t>
            </a:r>
            <a:br>
              <a:rPr lang="en-US" sz="4000" dirty="0">
                <a:latin typeface="Algerian" panose="04020705040A02060702" pitchFamily="82" charset="0"/>
              </a:rPr>
            </a:br>
            <a:r>
              <a:rPr lang="en-US" sz="4000" dirty="0">
                <a:latin typeface="Algerian" panose="04020705040A02060702" pitchFamily="82" charset="0"/>
              </a:rPr>
              <a:t>    t</a:t>
            </a:r>
            <a:r>
              <a:rPr lang="en-US" dirty="0">
                <a:latin typeface="Aptos Narrow" panose="020B0004020202020204" pitchFamily="34" charset="0"/>
              </a:rPr>
              <a:t>hank you for your attention ! Please feel free to ask any questions.</a:t>
            </a:r>
            <a:endParaRPr lang="en-US" sz="4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78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C684F7-E165-77B6-BFBB-18ED3C9E3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794933" y="1100664"/>
            <a:ext cx="5655734" cy="481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68952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288</TotalTime>
  <Words>509</Words>
  <Application>Microsoft Office PowerPoint</Application>
  <PresentationFormat>Widescreen</PresentationFormat>
  <Paragraphs>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Algerian</vt:lpstr>
      <vt:lpstr>Aptos Narrow</vt:lpstr>
      <vt:lpstr>Arial</vt:lpstr>
      <vt:lpstr>Arial Rounded MT Bold</vt:lpstr>
      <vt:lpstr>Trebuchet MS</vt:lpstr>
      <vt:lpstr>Wingdings</vt:lpstr>
      <vt:lpstr>Wingdings 3</vt:lpstr>
      <vt:lpstr>Facet</vt:lpstr>
      <vt:lpstr>           READ STUDENT DETAILS             CALCULATE RESULTS         AND DISPLAY MARKSHEET            CONCEPTS TO BE USED: Arrays ,Loops ,Functions ,Strings ,File I/O                                                                     PROJECT DONE BY:                                  K. Devi Gangotri                                                             S. Akshara Samhitha                                                             A. Anitha Grace                                                             T. Enosh</vt:lpstr>
      <vt:lpstr>Contents:</vt:lpstr>
      <vt:lpstr>Abstract:</vt:lpstr>
      <vt:lpstr>INTRODUCTION: This project focuses on developing a C program that uses essential programming concepts such  as strings, loops, functions, arrays and file I/O. Managing student exam data manually is inefficient and error-prone. This project streamlines the process by using C programming to input, process, and output student results systematically.</vt:lpstr>
      <vt:lpstr>Applications:</vt:lpstr>
      <vt:lpstr>Existing methodology:</vt:lpstr>
      <vt:lpstr>Drawbacks of existing methodology:</vt:lpstr>
      <vt:lpstr>Proposed methodology:</vt:lpstr>
      <vt:lpstr>Advantages of proposed methodology:</vt:lpstr>
      <vt:lpstr>Architecture of proposed methodology:</vt:lpstr>
      <vt:lpstr>Results screenshots:</vt:lpstr>
      <vt:lpstr>Conclusion:</vt:lpstr>
      <vt:lpstr>Any queries:     thank you for your attention ! Please feel free to ask any questions.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Manikanta Baswa</dc:creator>
  <cp:lastModifiedBy>Manikanta Baswa</cp:lastModifiedBy>
  <cp:revision>15</cp:revision>
  <dcterms:created xsi:type="dcterms:W3CDTF">2025-11-22T16:53:06Z</dcterms:created>
  <dcterms:modified xsi:type="dcterms:W3CDTF">2025-12-03T03:33:26Z</dcterms:modified>
</cp:coreProperties>
</file>